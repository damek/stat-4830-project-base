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JetBrains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JetBrainsMono-bold.fntdata"/><Relationship Id="rId14" Type="http://schemas.openxmlformats.org/officeDocument/2006/relationships/font" Target="fonts/JetBrainsMono-regular.fntdata"/><Relationship Id="rId17" Type="http://schemas.openxmlformats.org/officeDocument/2006/relationships/font" Target="fonts/JetBrainsMono-boldItalic.fntdata"/><Relationship Id="rId16" Type="http://schemas.openxmlformats.org/officeDocument/2006/relationships/font" Target="fonts/JetBrains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7c0cfb4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7c0cfb4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7c0cfb4a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7c0cfb4a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7c0cfb4a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7c0cfb4a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7c0cfb4a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7c0cfb4a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7c0cfb4a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7c0cfb4a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7c0cfb4a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7c0cfb4a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3e7e906df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3e7e906df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KellerJordan/cifar10-airbench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karpathy/nanochat" TargetMode="External"/><Relationship Id="rId4" Type="http://schemas.openxmlformats.org/officeDocument/2006/relationships/hyperlink" Target="https://github.com/karpathy/autoresearch" TargetMode="External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strategy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80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Cracking AirBench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117625" y="3453000"/>
            <a:ext cx="2553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3200">
                <a:latin typeface="JetBrains Mono"/>
                <a:ea typeface="JetBrains Mono"/>
                <a:cs typeface="JetBrains Mono"/>
                <a:sym typeface="JetBrains Mono"/>
              </a:rPr>
              <a:t>AlphaGrad</a:t>
            </a:r>
            <a:endParaRPr b="1" sz="32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b="1" sz="32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5117625" y="3983785"/>
            <a:ext cx="2604600" cy="4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2400">
                <a:latin typeface="JetBrains Mono"/>
                <a:ea typeface="JetBrains Mono"/>
                <a:cs typeface="JetBrains Mono"/>
                <a:sym typeface="JetBrains Mono"/>
              </a:rPr>
              <a:t>Week 9 Update</a:t>
            </a:r>
            <a:endParaRPr sz="24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240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What we are optimizing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are good at </a:t>
            </a:r>
            <a:r>
              <a:rPr b="1" lang="en"/>
              <a:t>generating</a:t>
            </a:r>
            <a:r>
              <a:rPr lang="en"/>
              <a:t> solutions, but bad at </a:t>
            </a:r>
            <a:r>
              <a:rPr b="1" lang="en"/>
              <a:t>verifying</a:t>
            </a:r>
            <a:r>
              <a:rPr lang="en"/>
              <a:t>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Many approaches have tried to answer this (ex. LLM as a Judge)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solution: evaluate LLMs against a </a:t>
            </a:r>
            <a:r>
              <a:rPr b="1" lang="en" u="sng"/>
              <a:t>strictly verifiable</a:t>
            </a:r>
            <a:r>
              <a:rPr lang="en"/>
              <a:t> problem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Many such examples: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Kernel speed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Matrix multiplication algorithm speed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Erdos problems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CIFAR-10 </a:t>
            </a:r>
            <a:r>
              <a:rPr lang="en" u="sng">
                <a:solidFill>
                  <a:schemeClr val="hlink"/>
                </a:solidFill>
                <a:hlinkClick r:id="rId3"/>
              </a:rPr>
              <a:t>AirBench</a:t>
            </a:r>
            <a:endParaRPr/>
          </a:p>
        </p:txBody>
      </p:sp>
      <p:pic>
        <p:nvPicPr>
          <p:cNvPr id="68" name="Google Shape;68;p15" title="Screenshot 2026-03-20 at 3.03.2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7738" y="1152475"/>
            <a:ext cx="7008524" cy="354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Idea: An automated AI researcher in a loop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Karpathy’s </a:t>
            </a:r>
            <a:r>
              <a:rPr b="1" lang="en"/>
              <a:t>autoresearch</a:t>
            </a:r>
            <a:r>
              <a:rPr lang="en"/>
              <a:t> repo applies this to optimizing training for </a:t>
            </a:r>
            <a:r>
              <a:rPr lang="en" u="sng">
                <a:solidFill>
                  <a:schemeClr val="hlink"/>
                </a:solidFill>
                <a:hlinkClick r:id="rId3"/>
              </a:rPr>
              <a:t>nanochat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Github link</a:t>
            </a:r>
            <a:endParaRPr/>
          </a:p>
        </p:txBody>
      </p:sp>
      <p:pic>
        <p:nvPicPr>
          <p:cNvPr id="75" name="Google Shape;75;p16" title="Screenshot 2026-03-20 at 3.04.12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2776" y="1578500"/>
            <a:ext cx="6309500" cy="356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Works: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Same core loop as AlphaEvolve + autoresearch: propose → evaluate (strict verifier) → keep best → iterate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Continuously append success/failure data to </a:t>
            </a:r>
            <a:r>
              <a:rPr b="1" lang="en">
                <a:latin typeface="JetBrains Mono"/>
                <a:ea typeface="JetBrains Mono"/>
                <a:cs typeface="JetBrains Mono"/>
                <a:sym typeface="JetBrains Mono"/>
              </a:rPr>
              <a:t>memory.md</a:t>
            </a:r>
            <a:r>
              <a:rPr lang="en"/>
              <a:t> so agent can grow from past explorations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free </a:t>
            </a:r>
            <a:r>
              <a:rPr lang="en"/>
              <a:t>Gemini model (</a:t>
            </a:r>
            <a:r>
              <a:rPr b="1" lang="en">
                <a:latin typeface="JetBrains Mono"/>
                <a:ea typeface="JetBrains Mono"/>
                <a:cs typeface="JetBrains Mono"/>
                <a:sym typeface="JetBrains Mono"/>
              </a:rPr>
              <a:t>gemini-3.1-flash-lite-preview</a:t>
            </a:r>
            <a:r>
              <a:rPr lang="en"/>
              <a:t>) + A100-40GB GPU on Modal for serverless training in seconds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Start from the best incumbent script in AirBench repo, see if we can beat the record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results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4951" y="1017725"/>
            <a:ext cx="6154086" cy="412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results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Lowered SOTA training time to ~2.50 from ~2.59 (~2% improvement)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have not rigorously evaluated the solution under the same conditions (one warmup round then take average of 200x runs)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Code edits: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enable </a:t>
            </a:r>
            <a:r>
              <a:rPr b="1" lang="en">
                <a:latin typeface="JetBrains Mono"/>
                <a:ea typeface="JetBrains Mono"/>
                <a:cs typeface="JetBrains Mono"/>
                <a:sym typeface="JetBrains Mono"/>
              </a:rPr>
              <a:t>torch.set_float32_matmul_precision('high')</a:t>
            </a:r>
            <a:endParaRPr b="1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increase batch size 2000 -&gt; 2500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forward: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multi-agent optimization loop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Outer coordinator suggests high level </a:t>
            </a:r>
            <a:r>
              <a:rPr b="1" lang="en" sz="1800" u="sng">
                <a:solidFill>
                  <a:schemeClr val="hlink"/>
                </a:solidFill>
                <a:latin typeface="JetBrains Mono"/>
                <a:ea typeface="JetBrains Mono"/>
                <a:cs typeface="JetBrains Mono"/>
                <a:sym typeface="JetBrains Mono"/>
                <a:hlinkClick r:id="rId3"/>
              </a:rPr>
              <a:t>strategy.md</a:t>
            </a:r>
            <a:endParaRPr b="1" sz="18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Inner agents each run suggestions (in parallel) then coordinator picks best one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to better draw fine line between making not enough </a:t>
            </a:r>
            <a:r>
              <a:rPr lang="en"/>
              <a:t>substantive</a:t>
            </a:r>
            <a:r>
              <a:rPr lang="en"/>
              <a:t> edits (only tweaking one hyperparameter multiple times) and making too many edits (code does not compile)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stronger models (GPT-5.4 level)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